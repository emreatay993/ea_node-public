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Rotor LLP Airworthiness FEA Review Showcase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Project review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43000"/>
            <a:ext cx="11369039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/>
            </a:pPr>
            <a:r>
              <a:t>Workspaces: 2</a:t>
            </a:r>
          </a:p>
          <a:p>
            <a:pPr algn="l">
              <a:defRPr sz="1300"/>
            </a:pPr>
            <a:r>
              <a:t>Generated from the open COREX project.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Certification Review Map -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Workspace canvas snapshot</a:t>
            </a:r>
          </a:p>
        </p:txBody>
      </p:sp>
      <p:pic>
        <p:nvPicPr>
          <p:cNvPr id="4" name="Project Review - Certification Review Map - Snapshot" descr="Certification Review Map-Certification Review Map - 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608" y="1143000"/>
            <a:ext cx="7542784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Evidence Binder -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Workspace canvas snapshot</a:t>
            </a:r>
          </a:p>
        </p:txBody>
      </p:sp>
      <p:pic>
        <p:nvPicPr>
          <p:cNvPr id="4" name="Project Review - Evidence Binder - Snapshot" descr="Evidence Binder-Evidence Binder - 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010" y="1143000"/>
            <a:ext cx="980997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Certification Review Map / EASA CM-PIFS-013 / 03-easa-cm-pifs-013.png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Image evidence</a:t>
            </a:r>
          </a:p>
        </p:txBody>
      </p:sp>
      <p:pic>
        <p:nvPicPr>
          <p:cNvPr id="4" name="Project Review - Certification Review Map - EASA CM-PIFS-013 - 03-easa-cm-pifs-013.png" descr="03-easa-cm-pifs-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657" y="1143000"/>
            <a:ext cx="600868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Certification Review Map / EASA CS-E Easy Access Rules / 01-easa-cs-e-easy-access-rules.png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Image evidence</a:t>
            </a:r>
          </a:p>
        </p:txBody>
      </p:sp>
      <p:pic>
        <p:nvPicPr>
          <p:cNvPr id="4" name="Project Review - Certification Review Map - EASA CS-E Easy Access Rules - 01-easa-cs-e-easy-acces" descr="01-easa-cs-e-easy-access-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940" y="1143000"/>
            <a:ext cx="41701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Certification Review Map / EASA CM-PIFS-007 / 02-easa-cm-pifs-007.png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Image evidence</a:t>
            </a:r>
          </a:p>
        </p:txBody>
      </p:sp>
      <p:pic>
        <p:nvPicPr>
          <p:cNvPr id="4" name="Project Review - Certification Review Map - EASA CM-PIFS-007 - 02-easa-cm-pifs-007.png" descr="02-easa-cm-pifs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089" y="1143000"/>
            <a:ext cx="3747821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Certification Review Map / eCFR 14 CFR 33.70 / 04-ecfr-14-cfr-3370.png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Image evidence</a:t>
            </a:r>
          </a:p>
        </p:txBody>
      </p:sp>
      <p:pic>
        <p:nvPicPr>
          <p:cNvPr id="4" name="Project Review - Certification Review Map - eCFR 14 CFR 33.70 - 04-ecfr-14-cfr-3370.png" descr="04-ecfr-14-cfr-33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184" y="11430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Evidence Binder / EASA CM-PIFS-007 PDF - page 3 / cm-pifs-007-page-pdf-1.pdf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PDF evidence</a:t>
            </a:r>
          </a:p>
        </p:txBody>
      </p:sp>
      <p:pic>
        <p:nvPicPr>
          <p:cNvPr id="4" name="Project Review - Evidence Binder - EASA CM-PIFS-007 PDF - page 3 - cm-pifs-007-page-pdf-1.pdf" descr="Evidence Binder - EASA CM-PIFS-007 PDF - page 3 - cm-pifs-007-page-pdf-1.pdf-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861" y="1143000"/>
            <a:ext cx="3586277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217920"/>
            <a:ext cx="1136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/>
            </a:pPr>
            <a:r>
              <a:t>PDF page 3 of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Evidence Binder / PyAnsys Rotor 67 Total Deformation / displacement-envelope.png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Image evidence</a:t>
            </a:r>
          </a:p>
        </p:txBody>
      </p:sp>
      <p:pic>
        <p:nvPicPr>
          <p:cNvPr id="4" name="Project Review - Evidence Binder - PyAnsys Rotor 67 Total Deformation - displacement-envelope.png" descr="displacement-envel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760" y="1143000"/>
            <a:ext cx="94284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Evidence Binder / PyAnsys Rotor 67 Thermal Strain / stress-hotspot-map.png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Image evidence</a:t>
            </a:r>
          </a:p>
        </p:txBody>
      </p:sp>
      <p:pic>
        <p:nvPicPr>
          <p:cNvPr id="4" name="Project Review - Evidence Binder - PyAnsys Rotor 67 Thermal Strain - stress-hotspot-map.png" descr="stress-hotspot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760" y="1143000"/>
            <a:ext cx="94284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Evidence Binder / FAA AC 33.70-4 / 06-faa-ac-3370-4.png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Image evidence</a:t>
            </a:r>
          </a:p>
        </p:txBody>
      </p:sp>
      <p:pic>
        <p:nvPicPr>
          <p:cNvPr id="4" name="Project Review - Evidence Binder - FAA AC 33.70-4 - 06-faa-ac-3370-4.png" descr="06-faa-ac-3370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321" y="1143000"/>
            <a:ext cx="6743357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Evidence Binder / FAA AC 33.70-1 PDF - page 2 / ac-33-70-1-life-limited-parts-chg-1.pdf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PDF evidence</a:t>
            </a:r>
          </a:p>
        </p:txBody>
      </p:sp>
      <p:pic>
        <p:nvPicPr>
          <p:cNvPr id="4" name="Project Review - Evidence Binder - FAA AC 33.70-1 PDF - page 2 - ac-33-70-1-life-limited-parts-ch" descr="Evidence Binder - FAA AC 33.70-1 PDF - page 2 - ac-33-70-1-life-limited-parts-chg-1.pdf-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812" y="1143000"/>
            <a:ext cx="3920376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217920"/>
            <a:ext cx="1136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/>
            </a:pPr>
            <a:r>
              <a:t>PDF page 2 of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normAutofit fontScale="83920"/>
          </a:bodyPr>
          <a:lstStyle/>
          <a:p>
            <a:pPr algn="l">
              <a:defRPr sz="2400" b="1"/>
            </a:pPr>
            <a:r>
              <a:t>Evidence Binder / Local Guide: FEA Evidence to CS-E Traceability / local-fea-traceability-guide-preview.png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Image evidence</a:t>
            </a:r>
          </a:p>
        </p:txBody>
      </p:sp>
      <p:pic>
        <p:nvPicPr>
          <p:cNvPr id="4" name="Project Review - Evidence Binder - Local Guide- FEA Evidence to CS-E Traceability - local-fea-tra" descr="local-fea-traceability-guide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760" y="1143000"/>
            <a:ext cx="94284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Evidence Binder / Margin Summary Chart / margin-summary-chart.png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Image evidence</a:t>
            </a:r>
          </a:p>
        </p:txBody>
      </p:sp>
      <p:pic>
        <p:nvPicPr>
          <p:cNvPr id="4" name="Project Review - Evidence Binder - Margin Summary Chart - margin-summary-chart.png" descr="margin-summary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395" y="1143000"/>
            <a:ext cx="873520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Evidence Binder / FAA AC 33.70-1 / 05-faa-ac-3370-1.png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Image evidence</a:t>
            </a:r>
          </a:p>
        </p:txBody>
      </p:sp>
      <p:pic>
        <p:nvPicPr>
          <p:cNvPr id="4" name="Project Review - Evidence Binder - FAA AC 33.70-1 - 05-faa-ac-3370-1.png" descr="05-faa-ac-337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988" y="1143000"/>
            <a:ext cx="7606024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Project Files To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69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/>
            </a:pPr>
            <a:r>
              <a:t>Missing, temporary, or unsupported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43000"/>
            <a:ext cx="11369039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/>
            </a:pPr>
            <a:r>
              <a:t>Evidence Binder / Unsupported CSV Evidence Register / artifact: Media Panel source is invalid. The selected file is not a supported image, PDF, or video.</a:t>
            </a:r>
          </a:p>
          <a:p>
            <a:pPr algn="l">
              <a:defRPr sz="1300"/>
            </a:pPr>
            <a:r>
              <a:t>Evidence Binder / Unsupported Markdown Review Notes / artifact: Media Panel source is invalid. The selected file is not a supported image, PDF, or video.</a:t>
            </a:r>
          </a:p>
          <a:p>
            <a:pPr algn="l">
              <a:defRPr sz="1300"/>
            </a:pPr>
            <a:r>
              <a:t>Evidence Binder / Local Guide: FEA Evidence to CS-E Traceability / fea-evidence-to-cs-e-traceability.html: unsupported evidence file type '.html'.</a:t>
            </a:r>
          </a:p>
          <a:p>
            <a:pPr algn="l">
              <a:defRPr sz="1300"/>
            </a:pPr>
            <a:r>
              <a:t>Evidence Binder / External Rig Evidence Placeholder / artifact: Media Panel source is stale. The Media Panel source file could not be found.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COREX Airworthiness Review Template</dc:title>
  <dc:subject>Minimal template used to exercise inherited PowerPoint template loading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