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COREX Airworthiness Review Template</dc:title>
  <dc:subject>Minimal template used to exercise inherited PowerPoint template loading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