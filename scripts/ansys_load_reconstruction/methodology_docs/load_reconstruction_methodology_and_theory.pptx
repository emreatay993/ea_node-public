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40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ANSYS Load Reconstruction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9BD5"/>
                </a:solidFill>
                <a:latin typeface="Calibri"/>
              </a:rPr>
              <a:t>Methodology &amp; Theory — recovering applied loads from strain-gauge data</a:t>
            </a:r>
          </a:p>
        </p:txBody>
      </p:sp>
      <p:pic>
        <p:nvPicPr>
          <p:cNvPr id="6" name="Picture 5" descr="eq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3317284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FD3E6"/>
                </a:solidFill>
                <a:latin typeface="Calibri"/>
              </a:rPr>
              <a:t>scripts/ansys_load_reconstruction   ·   strain-gauge force identification by FE unit-load superposition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problem: from strains to 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Goal: estimate the applied loads L that a part experienced, from strains S measured by a gauge network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Forward map L → S is a cheap FE calculation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Inverse map S → L is the hard, error-sensitive direction (force identification / inverse problem)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Why it matters for turbine structures: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recover in-service / test mission loads from instrumented hardware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cross-check applied test loads; monitor load paths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feed measured loads into downstream stress &amp; life assessment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The toolchain builds the forward model once, then inverts it per measured strain record</a:t>
            </a:r>
          </a:p>
        </p:txBody>
      </p:sp>
      <p:pic>
        <p:nvPicPr>
          <p:cNvPr id="6" name="Picture 5" descr="eq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58524"/>
            <a:ext cx="4846320" cy="935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Forward model &amp;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Linear elastic superposition is the foundation: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strain at channel i is a linear combination of the applied loads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εᵢ = Σⱼ Aᵢⱼ Lⱼ   ⇔   S = A·L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Valid when: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material behaviour is linear elastic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deformations small (linear strain–displacement)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contacts, supports, preload, load paths are load-independent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the real loading lies in the span of the unit-load basis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If violated, least squares still returns numbers — but not physically meaningful loads</a:t>
            </a:r>
          </a:p>
        </p:txBody>
      </p:sp>
      <p:pic>
        <p:nvPicPr>
          <p:cNvPr id="6" name="Picture 5" descr="eq_ai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286" y="2468880"/>
            <a:ext cx="2713428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Workflow at a glance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652" y="1234440"/>
            <a:ext cx="8583656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2A31"/>
                </a:solidFill>
                <a:latin typeface="Calibri"/>
              </a:rPr>
              <a:t>Four production scripts (build A → export local strains → placement gradients → invert) plus two inspection helpers.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Execution pattern: Mechanical runs each button in IronPython (no NumPy), which writes a CPython worker and launches external python.exe for the array math.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Mechanical model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Naming conventions the scripts rely on: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Unit_Load_Study_LC_*  — one analysis per unit load case (tree order = column order of A)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StrainX_SG*  — Normal Elastic Strain results, one per channel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SG_Grid_Body_*  — finite shell body modelling each gauge footprint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CS_SG_Ch_*  — per-gauge local coordinate system (measurement axis)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NS_of_faces_of_SG_test_parts  — instrumented surface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Scoping &amp; averaging: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each StrainX_SG* scoped to its SG_Grid_Body* → .Average.Value is the finite-grid mean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channel order identical across all analyses and the measured-strain file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 NOT double-average; do NOT use equivalent stress/strain for 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the strain sensitivity matrix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Aᵢⱼ = ∂εᵢ/∂Fⱼ : strain at channel i per unit of load j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column j = the gauge response to unit load case j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rows = channels, columns = load components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benchmark shape: 42 × 3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Built from unit-load FE studies, preload-subtracted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isolates the incremental response to each unit load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Near-collinear columns (similar gauge response) →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small singular value → high condition number</a:t>
            </a:r>
          </a:p>
        </p:txBody>
      </p:sp>
      <p:pic>
        <p:nvPicPr>
          <p:cNvPr id="6" name="Picture 5" descr="eq_ai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06440"/>
            <a:ext cx="1017535" cy="548640"/>
          </a:xfrm>
          <a:prstGeom prst="rect">
            <a:avLst/>
          </a:prstGeom>
        </p:spPr>
      </p:pic>
      <p:pic>
        <p:nvPicPr>
          <p:cNvPr id="7" name="Picture 6" descr="fig_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232" y="1188720"/>
            <a:ext cx="4456496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Tool 1 — sensitivity matrix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get_strain_sensitivity_matrix_from_unit_load_cases_in_mechanical_v0.py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Runs in Mechanical (IronPython) + spawned CPython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Scans Unit_Load_Study_LC_* analyses in tree order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Reads each StrainX_SG* .Average.Value at the unit-load step minus the preload step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Preload subtraction → each column is the pure incremental unit-load response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Outputs: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strain_sensitivity_matrix.csv  (the matrix A)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strain_sensitivity_metadata.json  (rank, singular values, condition number, scope evidence)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strain_sensitivity_placement_sensitivity.csv  (template, filled by Tool 3)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CPython worker adds the SVD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least squares via SVD (not normal equations)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Per time point, solve the overdetermined system: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implemented as np.linalg.lstsq(A, S.T, rcond=None) — a direct SVD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Why not the normal equations?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forming AᵀA squares the condition number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inv() is unstable for ill-conditioned / rank-deficient A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SVD truncates negligible singular values → graceful rank handling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Error inputs never change the point estimate — only the uncertainty bands</a:t>
            </a:r>
          </a:p>
        </p:txBody>
      </p:sp>
      <p:pic>
        <p:nvPicPr>
          <p:cNvPr id="6" name="Picture 5" descr="eq_lst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97375"/>
            <a:ext cx="5486400" cy="805849"/>
          </a:xfrm>
          <a:prstGeom prst="rect">
            <a:avLst/>
          </a:prstGeom>
        </p:spPr>
      </p:pic>
      <p:pic>
        <p:nvPicPr>
          <p:cNvPr id="7" name="Picture 6" descr="eq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714664"/>
            <a:ext cx="5486400" cy="5833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conditioning &amp; error amplification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Condition number from the singular spectrum: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benchmark A: κ ≈ 1.11 × 10⁵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Large κ ⇒ small strain error → large load error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the load component aligned with σ_min is weakly observed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inverting a 'flat' response ellipse magnifies noise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Baseline stays plain least squares; add regularization only if validation demands it</a:t>
            </a:r>
          </a:p>
        </p:txBody>
      </p:sp>
      <p:pic>
        <p:nvPicPr>
          <p:cNvPr id="6" name="Picture 5" descr="eq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06440"/>
            <a:ext cx="3620044" cy="548640"/>
          </a:xfrm>
          <a:prstGeom prst="rect">
            <a:avLst/>
          </a:prstGeom>
        </p:spPr>
      </p:pic>
      <p:pic>
        <p:nvPicPr>
          <p:cNvPr id="7" name="Picture 6" descr="fig_singular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196" y="1234440"/>
            <a:ext cx="3621607" cy="2331720"/>
          </a:xfrm>
          <a:prstGeom prst="rect">
            <a:avLst/>
          </a:prstGeom>
        </p:spPr>
      </p:pic>
      <p:pic>
        <p:nvPicPr>
          <p:cNvPr id="8" name="Picture 7" descr="fig_conditio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760" y="3703320"/>
            <a:ext cx="5032479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Tool 4 — load reconstruction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load_reconstruction_function_with_errors_weighting_function_v1.py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Inputs: SG_FEA_strain_data.csv (measured) + strain_sensitivity_matrix.csv (A)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SVD least-squares point estimate per time point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residual RMS, rank, singular values, κ recorded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Outputs: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estimated_loads_with_errors_per_gauge_RMS.csv  (point estimate)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estimated_loads_uncertainty.csv  (Mean / Std / P2.5 / P97.5)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load_reconstruction_diagnostics.json  (check this first)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load_reconstruction_validation.csv  (if known_loads.csv supplied)</a:t>
            </a:r>
          </a:p>
        </p:txBody>
      </p:sp>
      <p:pic>
        <p:nvPicPr>
          <p:cNvPr id="6" name="Picture 5" descr="fig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6081"/>
            <a:ext cx="5212080" cy="4103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local strain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A gauge reads the normal strain along its own axis 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εₙ = nᵀ ε n  (tensor contraction)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per-channel local CS defines the measurement direction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Same strain state reads differently per orientation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0° / 45° / 90° → 100 / 65 / −30 µε (example)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This projection is local_x_normal_strain() in the exporter</a:t>
            </a:r>
          </a:p>
        </p:txBody>
      </p:sp>
      <p:pic>
        <p:nvPicPr>
          <p:cNvPr id="6" name="Picture 5" descr="eq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11141"/>
            <a:ext cx="5486400" cy="339237"/>
          </a:xfrm>
          <a:prstGeom prst="rect">
            <a:avLst/>
          </a:prstGeom>
        </p:spPr>
      </p:pic>
      <p:pic>
        <p:nvPicPr>
          <p:cNvPr id="7" name="Picture 6" descr="fig_local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2444"/>
            <a:ext cx="5394960" cy="34759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Tool 2 — DPF local strain + geometry exporter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get_local_strains_and_SG_geo_data_around_each_SG_grid_dpf.py  (preferred)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Exports, per gauge channel: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local strain cloud within a radius (StrainX_around_*.csv)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local coordinate systems (SG_coordinate_matrix.csv)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SG_Grid_Body_* vertices, global and in local frame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DPF reads the .rst directly — no temporary tree objects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midside (parabolic) nodes filled via extend_to_mid_nodes_fc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batch via SG_LOCAL_DPF_* env vars; writes diagnostics JSON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Legacy contour exporter (...grid.py) kept for Mechanical-native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placement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A finite-size gauge can only be bonded to finite accuracy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shifting the footprint changes the averaged strain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Δε ≈ (∂ε/∂x)·dx + (∂ε/∂y)·dy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Compute the spatial gradient of the footprint-averaged strain: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interpolate the cloud (scipy.griddata, linear + nearest fill)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rigidly shift the footprint ±h and central-difference the mean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h = 0.1 mm is a derivative step, not the placement uncertainty</a:t>
            </a:r>
          </a:p>
        </p:txBody>
      </p:sp>
      <p:pic>
        <p:nvPicPr>
          <p:cNvPr id="6" name="Picture 5" descr="eq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06440"/>
            <a:ext cx="2234527" cy="548640"/>
          </a:xfrm>
          <a:prstGeom prst="rect">
            <a:avLst/>
          </a:prstGeom>
        </p:spPr>
      </p:pic>
      <p:pic>
        <p:nvPicPr>
          <p:cNvPr id="7" name="Picture 6" descr="fig_placement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1400"/>
            <a:ext cx="5394960" cy="3203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Tool 3 — placement sensitivity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calculate_placement_sensitivity_from_local_strains.py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IronPython button + spawned CPython worker (NumPy/SciPy)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Rotates each exported cloud into its CS_SG_Ch_* frame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Interpolates strain onto the footprint grid; shifts ±h in local x, y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Central-differences the footprint-averaged strain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Output: strain_sensitivity_placement_sensitivity.csv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d_epsilon_d_x_per_mm, d_epsilon_d_y_per_mm, gradient_norm_per_mm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per (channel, load case); feeds the positioning term of Tool 4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Least-squares-plane fallback if SciPy interpolation is unavailable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uncertainty propagation (Monte Carlo)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Point estimate is pure least squares; errors drive the bands only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Three error sources, perturb measured strain &amp; re-solve (1000×):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additive signal noise: ε* = ε + N(0, σ²) per (time, channel)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gage factor: ε* = ε·(1+N(0,σ²)) systematic per channel, held over time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positioning: Δε = ∂ε/∂x·dx + ∂ε/∂y·dy, gradient-driven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Positioning gradient is load-weighted: dstrain_dx = L_hat @ gx.T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→ position error scales with how hard the part is driven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Reported per load: Mean, Std, P2.5, P97.5</a:t>
            </a:r>
          </a:p>
        </p:txBody>
      </p:sp>
      <p:pic>
        <p:nvPicPr>
          <p:cNvPr id="6" name="Picture 5" descr="eq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06440"/>
            <a:ext cx="2698824" cy="548640"/>
          </a:xfrm>
          <a:prstGeom prst="rect">
            <a:avLst/>
          </a:prstGeom>
        </p:spPr>
      </p:pic>
      <p:pic>
        <p:nvPicPr>
          <p:cNvPr id="7" name="Picture 6" descr="fig_montecar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31186"/>
            <a:ext cx="5120640" cy="40528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Theory — thermal / apparent strain (the silent trap)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The solver only knows S = A·L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a load-independent thermal/apparent strain present in S …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… is projected onto the load basis and reported as FAKE load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Mitigation: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supply SG_thermal_apparent_strain_data.csv (subtracted before solving)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diagnostics warn if Isothermal Heating exists and no file is given</a:t>
            </a:r>
          </a:p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Always relevant for thermally-loaded turbine hardware</a:t>
            </a:r>
          </a:p>
        </p:txBody>
      </p:sp>
      <p:pic>
        <p:nvPicPr>
          <p:cNvPr id="6" name="Picture 5" descr="fig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10891"/>
            <a:ext cx="5394960" cy="3144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Helper — position error contour (inspection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get_position_error_contour_v0.3.py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For each reference gauge (CS_SG_Ch_*_2):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find the nearest mesh node to the reference position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map the field difference to neighbours within a user radius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Outputs SG_positioning_errors.csv + an in-Mechanical CSV-Plot contour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Use it to visualise where placement error hurts most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NOT the source of reconstruction placement sensitivity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it does not shift each finite footprint in the channel's local frame — that is Tool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Benchmark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lvl="2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Benchmark project: load_reconstruction_v0.wbpj, system 'Arbitrary Loads with Isothermal Heating'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Model: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42 SG_Grid_Body_* shell/sheet bodies (CAERep: GeometryType=Sheet, ModelType=Shell)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gauge grid bounding-box diagonal ≈ 4.7 mm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Sensitivity matrix: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A is 42 × 3, full rank 3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condition number κ ≈ 1.11 × 10⁵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Solver: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upgraded SVD OLS point estimate matches the legacy output to roundoff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Diagnostics &amp; trust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Check load_reconstruction_diagnostics.json first. Before trusting loads: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diagnostics JSON exists; normal_equations_used = false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rank equals the number of load columns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condition_number is acceptable for the application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metadata_confirms_shell_channel_average = true (when metadata present)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no channel-order warning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thermal compensation supplied if thermal loading exists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placement derivatives are numeric (not 'not_computed') if positioning matters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known_loads.csv validation error acceptable, where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The method does NOT automatically handle: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nonlinear material, geometry, or contact behaviour (breaks S = A·L)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loading outside the span of the unit-load basis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FE model error baked into A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transverse-sensitivity correction of the gauges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physical calibration against known loads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regularization-parameter selection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3A42"/>
                </a:solidFill>
                <a:latin typeface="Calibri"/>
              </a:rPr>
              <a:t>–  missing or incorrect gauge scoping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32A31"/>
                </a:solidFill>
                <a:latin typeface="Calibri"/>
              </a:rPr>
              <a:t>▸  Treat reconstructed loads as engineering estimates — validate whenever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ANSYS Load Reconstruction Toolchain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Summary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 = A·L solved by SVD least squares is a clean, defensible baseline estimator.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9BD5"/>
                </a:solidFill>
                <a:latin typeface="Calibri"/>
              </a:rPr>
              <a:t>Build A once from preload-subtracted unit-load FE studies; .Average.Value gives finite-grid strain.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9BD5"/>
                </a:solidFill>
                <a:latin typeface="Calibri"/>
              </a:rPr>
              <a:t>Accuracy is governed by basis span, conditioning of A (benchmark κ ≈ 1.1×10⁵), and honest error accounting.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9BD5"/>
                </a:solidFill>
                <a:latin typeface="Calibri"/>
              </a:rPr>
              <a:t>Uncertainty = Monte Carlo over signal noise, gage factor, and gradient-driven positioning — never the point estimate.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9BD5"/>
                </a:solidFill>
                <a:latin typeface="Calibri"/>
              </a:rPr>
              <a:t>Thermal/apparent strain must be compensated or it reconstructs as fake load.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9BD5"/>
                </a:solidFill>
                <a:latin typeface="Calibri"/>
              </a:rPr>
              <a:t>DPF extraction is the preferred (fast, batch) path; the IronPython→CPython pattern runs the heavy math.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Always check load_reconstruction_diagnostics.json and validate against known loads when you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FD3E6"/>
                </a:solidFill>
                <a:latin typeface="Calibri"/>
              </a:rPr>
              <a:t>Companion notebook: load_reconstruction_methodology_walkthrough.ipynb   ·   Guide: LOAD_RECONSTRUCTION_USER_GUIDE.md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