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6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Thermal Correction of Strain-Gauge Test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1136903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/>
            </a:pPr>
            <a:r>
              <a:t>Recovering mechanical strain for FE validation — BAB350 (STC 16, copper) on a titanium part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143000"/>
            <a:ext cx="11369039" cy="5074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/>
            </a:pPr>
            <a:r>
              <a:t>Goal: validate engine-test strain gauges against an FE model's elastic strain.</a:t>
            </a:r>
          </a:p>
          <a:p>
            <a:pPr algn="l">
              <a:defRPr sz="1300"/>
            </a:pPr>
            <a:r>
              <a:t>Problem: a heated gauge reads thermal output (apparent strain) even with no load.</a:t>
            </a:r>
          </a:p>
          <a:p>
            <a:pPr algn="l">
              <a:defRPr sz="1300"/>
            </a:pPr>
            <a:r>
              <a:t>Method: subtract apparent(T), rescale for gauge-factor drift, then overlay vs FE.</a:t>
            </a:r>
          </a:p>
          <a:p>
            <a:pPr algn="l">
              <a:defRPr sz="1300"/>
            </a:pPr>
            <a:r>
              <a:t>Key risk resolved: the manufacturer curve is the copper STC reference → mismatch term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217920"/>
            <a:ext cx="1136903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/>
            </a:pPr>
            <a:r>
              <a:t>COREX · Strain-Gauge Thermal Correction · BAB350 (STC 16, copper) on titanium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6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The problem — raw strain ≠ mechanical strain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14400"/>
            <a:ext cx="11369039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/>
            </a:pPr>
            <a:r>
              <a:t>Measured = mechanical strain (what FE predicts) + thermal output (apparent strain).</a:t>
            </a:r>
          </a:p>
          <a:p>
            <a:pPr algn="l">
              <a:defRPr sz="1300"/>
            </a:pPr>
            <a:r>
              <a:t>Apparent strain comes from grid resistance drift + differential grid/substrate expansion.</a:t>
            </a:r>
          </a:p>
          <a:p>
            <a:pPr algn="l">
              <a:defRPr sz="1300"/>
            </a:pPr>
            <a:r>
              <a:t>On titanium it can reach ~1000 µε — larger than the strains being validated.</a:t>
            </a:r>
          </a:p>
          <a:p>
            <a:pPr algn="l">
              <a:defRPr sz="1300"/>
            </a:pPr>
            <a:r>
              <a:t>FE gives elastic (mechanical) strain only, so the apparent part must be removed first.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0"/>
            <a:ext cx="1136903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/>
            </a:pPr>
            <a:r>
              <a:t>COREX · Strain-Gauge Thermal Correction · BAB350 (STC 16, copper) on titanium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6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Governing equation</a:t>
            </a:r>
          </a:p>
        </p:txBody>
      </p:sp>
      <p:pic>
        <p:nvPicPr>
          <p:cNvPr id="3" name="Project Review - Governing equation" descr="eq_go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098298"/>
            <a:ext cx="11369039" cy="93572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6217920"/>
            <a:ext cx="1136903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/>
            </a:pPr>
            <a:r>
              <a:t>COREX · Strain-Gauge Thermal Correction · BAB350 (STC 16, copper) on titanium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6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Self-temperature compensation (the “(16)”)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14400"/>
            <a:ext cx="11369039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/>
            </a:pPr>
            <a:r>
              <a:t>STC number = substrate α the gauge is tuned to null thermal output on.</a:t>
            </a:r>
          </a:p>
          <a:p>
            <a:pPr algn="l">
              <a:defRPr sz="1300"/>
            </a:pPr>
            <a:r>
              <a:t>“(16)” → self-compensated for α ≈ 16 ppm/°C (copper); near-flat curve on copper.</a:t>
            </a:r>
          </a:p>
          <a:p>
            <a:pPr algn="l">
              <a:defRPr sz="1300"/>
            </a:pPr>
            <a:r>
              <a:t>A curve from the gauge maker is that copper-reference curve — NOT your titanium part.</a:t>
            </a:r>
          </a:p>
          <a:p>
            <a:pPr algn="l">
              <a:defRPr sz="1300"/>
            </a:pPr>
            <a:r>
              <a:t>So on titanium the gauge is uncompensated and a large mismatch term appears.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0"/>
            <a:ext cx="1136903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/>
            </a:pPr>
            <a:r>
              <a:t>COREX · Strain-Gauge Thermal Correction · BAB350 (STC 16, copper) on titanium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6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Substrate α-mismatch term</a:t>
            </a:r>
          </a:p>
        </p:txBody>
      </p:sp>
      <p:pic>
        <p:nvPicPr>
          <p:cNvPr id="3" name="Project Review - Substrate α-mismatch term" descr="eq_m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644248"/>
            <a:ext cx="11369039" cy="18438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6217920"/>
            <a:ext cx="1136903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/>
            </a:pPr>
            <a:r>
              <a:t>COREX · Strain-Gauge Thermal Correction · BAB350 (STC 16, copper) on titanium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6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Gauge-factor variation with temperature</a:t>
            </a:r>
          </a:p>
        </p:txBody>
      </p:sp>
      <p:pic>
        <p:nvPicPr>
          <p:cNvPr id="3" name="Project Review - Gauge-factor variation with temperature" descr="eq_g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179750"/>
            <a:ext cx="11369039" cy="7728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6217920"/>
            <a:ext cx="1136903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/>
            </a:pPr>
            <a:r>
              <a:t>COREX · Strain-Gauge Thermal Correction · BAB350 (STC 16, copper) on titanium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6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Workflow — from measured strain to FE overlay</a:t>
            </a:r>
          </a:p>
        </p:txBody>
      </p:sp>
      <p:pic>
        <p:nvPicPr>
          <p:cNvPr id="3" name="Project Review - Workflow — from measured strain to FE overlay" descr="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29278"/>
            <a:ext cx="11369039" cy="427376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6217920"/>
            <a:ext cx="1136903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/>
            </a:pPr>
            <a:r>
              <a:t>COREX · Strain-Gauge Thermal Correction · BAB350 (STC 16, copper) on titanium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6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Worked example — recovered ≈ ground truth</a:t>
            </a:r>
          </a:p>
        </p:txBody>
      </p:sp>
      <p:pic>
        <p:nvPicPr>
          <p:cNvPr id="3" name="Project Review - Worked example — recovered ≈ ground truth" descr="work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47763"/>
            <a:ext cx="11369039" cy="523679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6217920"/>
            <a:ext cx="1136903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/>
            </a:pPr>
            <a:r>
              <a:t>COREX · Strain-Gauge Thermal Correction · BAB350 (STC 16, copper) on titanium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6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The silent trap — omitting the mismatch term</a:t>
            </a:r>
          </a:p>
        </p:txBody>
      </p:sp>
      <p:pic>
        <p:nvPicPr>
          <p:cNvPr id="3" name="Project Review - The silent trap — omitting the mismatch term" descr="tr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47763"/>
            <a:ext cx="11369039" cy="523679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6217920"/>
            <a:ext cx="1136903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/>
            </a:pPr>
            <a:r>
              <a:t>COREX · Strain-Gauge Thermal Correction · BAB350 (STC 16, copper) on titanium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6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Diagnostics, assumptions &amp; what to confirm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14400"/>
            <a:ext cx="11369039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/>
            </a:pPr>
            <a:r>
              <a:t>Every run emits diagnostics JSON: fit R²/coeffs, α's, units, per-channel max |apparent|.</a:t>
            </a:r>
          </a:p>
          <a:p>
            <a:pPr algn="l">
              <a:defRPr sz="1300"/>
            </a:pPr>
            <a:r>
              <a:t>Confirm with the gauge maker: curve substrate, exact α_curve, and curve reference temperature.</a:t>
            </a:r>
          </a:p>
          <a:p>
            <a:pPr algn="l">
              <a:defRPr sz="1300"/>
            </a:pPr>
            <a:r>
              <a:t>Use α(T) for the specific Ti alloy; set output units to match SG_FEA_strain_data.csv.</a:t>
            </a:r>
          </a:p>
          <a:p>
            <a:pPr algn="l">
              <a:defRPr sz="1300"/>
            </a:pPr>
            <a:r>
              <a:t>Compare against FE elastic strain projected onto the gauge axis, not total strain.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0"/>
            <a:ext cx="1136903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/>
            </a:pPr>
            <a:r>
              <a:t>COREX · Strain-Gauge Thermal Correction · BAB350 (STC 16, copper) on titanium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